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1B34-BD6C-0248-0F40-71C344340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AA2EF-B3BD-F32F-80F7-F026CDD70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96D25-9510-35AA-E4DF-AD6C4739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16C9C-F0F4-7B6B-DE27-8A1A2F8D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4E3C7-67AE-9C0C-249B-4C459784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04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03A5-0A42-7082-A585-4EEAD8B7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5760-DAC5-A859-0023-D47996035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31F4B-3BC2-7FFB-1D92-701A1A6F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227E9-9CCB-E85D-49AC-68F67586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303CF-31D5-FDC7-7884-FFEA6CA2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74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45DA-292D-E67C-B6B3-3DD42540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0E213-C6D2-3932-CEDF-73B029B79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4C9D6-FCBD-5637-9122-B1F1117E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C0FB3-9FA2-ADCA-5782-23E41A43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74A46-F64E-D842-55F1-C0E61DBB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8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DAD9B-63B1-B77C-FC6D-1FD08FBA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AAA0C-6E86-9698-8E1E-80422F5D6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476FF-1478-DB88-2BAE-864A4FF6F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1742D-1FED-2CC4-E8DF-AC892DEC0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29E8C-105F-AEBF-76F0-28C502AB0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E5543-152B-7DE5-B8E0-E3804720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149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A57D-0F0C-67EF-AB52-74C45D622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E0C32-BD44-23A7-E532-B4CEF8192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D35DE-D7A8-E4C6-91AF-C827AD37E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2AF62B-79FF-1BD6-C6BC-8C23EF95B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E7CAA-C2B3-D532-A78D-161FE3866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06086-77D1-F87A-2571-16AB0721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C5FD3-41C6-FB50-31D1-B1A9635A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07442-F616-FFBA-450E-B4353637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31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FF93-134D-CCA1-CF19-221B6F1B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AA0D5-2C07-CE6B-9B81-EAB3ADA6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6D31-201D-9A61-8649-B8670EC58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C55C3-1F94-CE02-99B8-61D778B0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5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119467-FBA3-EFF9-CE97-6CACBF81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C51D3-74B8-0BAB-68DF-9A88858A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F865D-1189-4541-CB60-5BB840AD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89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9986-CBA9-9346-19A0-04EAEBD4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C28C0-C3EB-9D1C-461C-7EA46BD79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13BC3-5497-9CED-A29A-5C0EF2DE0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30494-DE96-54D1-D7E6-1ECD3873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80757-401F-6876-9E85-930800AD5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10EB3-96A3-3F17-CFF0-33D5E1BB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70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858B-7186-B45B-AC9E-9F0C1DFA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50797-6B5C-383F-456A-3A8AA8091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BC96B-4455-7CEE-CC96-9D3938DCE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44D23-93AE-8A5E-EC0A-204B1855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AAF06-F911-F183-33C2-06AA535A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FB915-7A89-BFEB-4B44-274F1AD6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434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CFC8-E7BC-EB0F-77AB-629F2BB6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87DF0-3EA8-0CC2-A923-F8A153C80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39D70-42BC-9CAD-7956-1AEEAD3D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8F79-54CE-E869-2566-E2E32EBB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9EC9A-F20C-E30C-38FC-A755551F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54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81CD8-2441-793A-8B22-9972C4C84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9B7A7-9EFA-E03D-0364-E380BA3E1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9C1AE-F7CE-BF50-F357-D1927497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4FC80-7E75-6BB0-9890-EB13DEE1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7EE0B-8002-C06A-4D4D-3DBFC966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380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6FCC7-4CA5-B11B-4CA2-16C452CE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340B5-2842-0E37-C139-DA403A780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A6548-7969-D457-DF8C-B84AA4D59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1C042-7097-4E18-843A-1A48BB5DDBA1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33313-54F0-A7FB-EC48-8F428CEB8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536B6-BFB5-FA74-76DC-FBECD6620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369B9-2984-40CF-8310-481514459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50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7175-FE48-DDA7-EA12-0513959A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7200" b="1" dirty="0"/>
              <a:t>NF-BOT-IOT-23 DATASET</a:t>
            </a:r>
          </a:p>
        </p:txBody>
      </p:sp>
    </p:spTree>
    <p:extLst>
      <p:ext uri="{BB962C8B-B14F-4D97-AF65-F5344CB8AC3E}">
        <p14:creationId xmlns:p14="http://schemas.microsoft.com/office/powerpoint/2010/main" val="324103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C0EF-B9C2-DE90-070E-8BD1455B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6CFC7-8ED1-D4BC-BACA-9DFDB2E75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Initially 600100 rows x 13 columns</a:t>
            </a:r>
          </a:p>
          <a:p>
            <a:r>
              <a:rPr lang="en-IN" dirty="0"/>
              <a:t>No nan values</a:t>
            </a:r>
          </a:p>
          <a:p>
            <a:r>
              <a:rPr lang="en-IN" dirty="0"/>
              <a:t>After balancing and feature selection 1088538  x 7 columns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098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5C073F-0779-D7C4-3662-218386EF9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220" y="0"/>
            <a:ext cx="8058150" cy="667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AB02EE-49C2-CAA3-A548-28819619A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30" y="2359083"/>
            <a:ext cx="3134162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1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908C6-1A5A-F018-EBF3-1FBA80F88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66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7E000-B7F2-C6BE-F09A-27CD4291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49" y="0"/>
            <a:ext cx="8058150" cy="667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779D0-E531-D40F-A2BB-42F217F26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17" y="2385415"/>
            <a:ext cx="3334215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1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B4435-E682-7F54-44D8-3C5F9321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75FA97-C912-AE61-8478-7C8F157E7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28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797B-B3CE-2116-BEE1-088186B5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4DACB-9065-5467-ECB8-ACB75BEAC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630" y="0"/>
            <a:ext cx="8058150" cy="667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46609E-E43C-075A-6DD4-8708E260B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70" y="2315226"/>
            <a:ext cx="3296110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23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D202-F93F-CBE5-2B33-066A61A0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EFB3A-C856-E6B8-FD2C-690204B2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1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D68AD3-9776-A2D9-A5D5-4737D44E4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556" y="0"/>
            <a:ext cx="8058150" cy="667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7168D6-3AF8-7BB9-7F24-72D40601E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" y="2137504"/>
            <a:ext cx="3277057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63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0441B9-CBAF-30E1-D25C-C5373DC85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03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AE5EA-CF3C-1B09-BAE2-A8C111D0A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202" y="0"/>
            <a:ext cx="8058150" cy="667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E7D336-8383-15A5-4C2C-7216B12E9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66" y="2462614"/>
            <a:ext cx="312463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3131AB-F20B-6A4E-0866-2D018F3C6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66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8DE7B-4EF0-433B-976C-74938BF1E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504" y="90487"/>
            <a:ext cx="8058150" cy="667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336D85-B4BB-D111-281E-11490B820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3830"/>
            <a:ext cx="3115110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63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CE6B1-CD12-6760-B9DD-D50F35871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83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6A6E1-2AA1-A790-965B-8F4E47A7E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190500"/>
            <a:ext cx="84582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52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C3FE7A-C776-C5AA-9D61-E89E76246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619250"/>
            <a:ext cx="75247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37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71647-8647-061B-9D04-4F09BA1D2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920"/>
            <a:ext cx="12192000" cy="543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21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44C004-E796-FA78-6880-F91DE245E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938"/>
            <a:ext cx="12192000" cy="54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DC81D0-4CE1-2C2C-F79D-605D5BE09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994"/>
            <a:ext cx="12192000" cy="562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79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A9FA46-C24D-9287-9F01-2B50CA0DD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848"/>
            <a:ext cx="12192000" cy="567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84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4A8DF-DF10-ACCF-D774-76DA1F71A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000"/>
            <a:ext cx="12192000" cy="5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17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2A142-D3D4-91B7-8450-C34D205B6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357312"/>
            <a:ext cx="70866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8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8BA28-2435-44FE-E098-60B2DD03D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1357312"/>
            <a:ext cx="72580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52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0B5AE8-007D-2898-D5FB-A383232F0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7" y="1357312"/>
            <a:ext cx="67151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03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677F9-B31D-F1D9-5438-996688887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1357312"/>
            <a:ext cx="72580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58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DD7F1-53BD-E70E-D156-6C640D5C8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357312"/>
            <a:ext cx="72009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31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44563D-0CA1-7589-79D9-4E80B3DE4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619125"/>
            <a:ext cx="94297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95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212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19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390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119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220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283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862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897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020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540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228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8175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772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7102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99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</Words>
  <Application>Microsoft Office PowerPoint</Application>
  <PresentationFormat>Widescreen</PresentationFormat>
  <Paragraphs>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NF-BOT-IOT-23 DATASET</vt:lpstr>
      <vt:lpstr>ABOUT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krish.3.vaish@gmail.com</dc:creator>
  <cp:lastModifiedBy>krish.3.vaish@gmail.com</cp:lastModifiedBy>
  <cp:revision>4</cp:revision>
  <dcterms:created xsi:type="dcterms:W3CDTF">2025-08-16T17:14:41Z</dcterms:created>
  <dcterms:modified xsi:type="dcterms:W3CDTF">2025-08-17T07:22:01Z</dcterms:modified>
</cp:coreProperties>
</file>